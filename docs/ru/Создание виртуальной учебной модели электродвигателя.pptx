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6" r:id="rId6"/>
    <p:sldId id="265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C6682C-8FB3-4B05-9394-9F0900B034E5}">
          <p14:sldIdLst>
            <p14:sldId id="256"/>
            <p14:sldId id="257"/>
            <p14:sldId id="260"/>
            <p14:sldId id="258"/>
            <p14:sldId id="266"/>
            <p14:sldId id="265"/>
            <p14:sldId id="264"/>
            <p14:sldId id="261"/>
            <p14:sldId id="262"/>
          </p14:sldIdLst>
        </p14:section>
        <p14:section name="Раздел без заголовка" id="{E8D0F60A-18A9-4E3F-9E5F-C42622CE077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30303"/>
    <a:srgbClr val="40404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000000"/>
            </a:gs>
            <a:gs pos="8000">
              <a:srgbClr val="080808"/>
            </a:gs>
            <a:gs pos="22000">
              <a:srgbClr val="0F0F0F"/>
            </a:gs>
            <a:gs pos="0">
              <a:schemeClr val="bg1">
                <a:lumMod val="85000"/>
                <a:lumOff val="15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18000">
              <a:srgbClr val="131313"/>
            </a:gs>
            <a:gs pos="42000">
              <a:srgbClr val="000000"/>
            </a:gs>
            <a:gs pos="13000">
              <a:srgbClr val="080808"/>
            </a:gs>
            <a:gs pos="16000">
              <a:schemeClr val="bg2">
                <a:lumMod val="60000"/>
                <a:lumOff val="40000"/>
              </a:schemeClr>
            </a:gs>
            <a:gs pos="26000">
              <a:schemeClr val="bg1">
                <a:lumMod val="85000"/>
                <a:lumOff val="1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6A5A6F-23A7-4950-817A-47C5231A8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7760" y="1193483"/>
            <a:ext cx="8270239" cy="1773237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i="1" dirty="0">
                <a:latin typeface="Comic Sans MS" panose="030F0702030302020204" pitchFamily="66" charset="0"/>
              </a:rPr>
              <a:t>Создание виртуальной учебной модели электродвигателя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40FE809-B3AD-4CA5-ADB4-17F6D1795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1606" y="5545880"/>
            <a:ext cx="2364419" cy="1890944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У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частники проекта: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хметов </a:t>
            </a: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Р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оберт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З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инчук </a:t>
            </a:r>
            <a:r>
              <a:rPr lang="ru-RU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В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ладимир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бятов 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Т</a:t>
            </a:r>
            <a:r>
              <a:rPr lang="ru-RU" sz="1400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имур</a:t>
            </a:r>
            <a:endParaRPr lang="ru-RU" dirty="0">
              <a:solidFill>
                <a:schemeClr val="tx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7760" y="5545879"/>
            <a:ext cx="273202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Р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уководители проекта</a:t>
            </a:r>
            <a:r>
              <a:rPr lang="en-US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: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К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локов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С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ычёв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М</a:t>
            </a:r>
            <a:r>
              <a:rPr lang="ru-RU" sz="1400" cap="all" dirty="0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US" sz="1400" cap="all" dirty="0" smtClean="0">
              <a:solidFill>
                <a:schemeClr val="tx1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ru-RU" sz="1400" cap="all" dirty="0" err="1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Шеляго</a:t>
            </a:r>
            <a:r>
              <a:rPr lang="ru-RU" sz="1400" cap="all" dirty="0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1400" cap="all" dirty="0" err="1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н.Д</a:t>
            </a:r>
            <a:r>
              <a:rPr lang="ru-RU" sz="1400" cap="all" dirty="0" smtClean="0">
                <a:solidFill>
                  <a:schemeClr val="tx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ru-RU" sz="1400" cap="all" dirty="0">
              <a:solidFill>
                <a:schemeClr val="tx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07E16CC-F503-4B66-9D99-A4EBC5AD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940" y="618518"/>
            <a:ext cx="5770485" cy="1006095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Comic Sans MS" panose="030F0702030302020204" pitchFamily="66" charset="0"/>
              </a:rPr>
              <a:t>Ц</a:t>
            </a:r>
            <a:r>
              <a:rPr lang="ru-RU" dirty="0">
                <a:latin typeface="Comic Sans MS" panose="030F0702030302020204" pitchFamily="66" charset="0"/>
              </a:rPr>
              <a:t>ель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dirty="0">
                <a:latin typeface="Comic Sans MS" panose="030F0702030302020204" pitchFamily="66" charset="0"/>
              </a:rPr>
              <a:t>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9EC360F-65AB-4274-ABD5-19FD1D26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Comic Sans MS" panose="030F0702030302020204" pitchFamily="66" charset="0"/>
              </a:rPr>
              <a:t>Создание виртуальной учебной модели </a:t>
            </a:r>
            <a:r>
              <a:rPr lang="ru-RU" sz="3200" dirty="0" smtClean="0">
                <a:latin typeface="Comic Sans MS" panose="030F0702030302020204" pitchFamily="66" charset="0"/>
              </a:rPr>
              <a:t>электродвигателя для использования…</a:t>
            </a:r>
            <a:endParaRPr lang="ru-RU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1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5F611D9-975C-424C-B9F6-15643D16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965" y="2057401"/>
            <a:ext cx="9822293" cy="3428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* учебные интерактивные модели для повышения эффективности осознания материала</a:t>
            </a:r>
            <a:endParaRPr lang="ru-RU" sz="2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* </a:t>
            </a:r>
            <a:r>
              <a:rPr lang="ru-RU" sz="2800" dirty="0" err="1" smtClean="0">
                <a:latin typeface="Comic Sans MS" panose="030F0702030302020204" pitchFamily="66" charset="0"/>
              </a:rPr>
              <a:t>Осутсвие</a:t>
            </a:r>
            <a:r>
              <a:rPr lang="ru-RU" sz="2800" dirty="0" smtClean="0">
                <a:latin typeface="Comic Sans MS" panose="030F0702030302020204" pitchFamily="66" charset="0"/>
              </a:rPr>
              <a:t> </a:t>
            </a:r>
            <a:r>
              <a:rPr lang="ru-RU" sz="2800" dirty="0" err="1" smtClean="0">
                <a:latin typeface="Comic Sans MS" panose="030F0702030302020204" pitchFamily="66" charset="0"/>
              </a:rPr>
              <a:t>физ</a:t>
            </a:r>
            <a:r>
              <a:rPr lang="ru-RU" sz="2800" dirty="0" smtClean="0">
                <a:latin typeface="Comic Sans MS" panose="030F0702030302020204" pitchFamily="66" charset="0"/>
              </a:rPr>
              <a:t> моделей в школах</a:t>
            </a:r>
          </a:p>
          <a:p>
            <a:pPr marL="0" indent="0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В </a:t>
            </a:r>
            <a:r>
              <a:rPr lang="ru-RU" sz="2800" dirty="0">
                <a:latin typeface="Comic Sans MS" panose="030F0702030302020204" pitchFamily="66" charset="0"/>
              </a:rPr>
              <a:t>современном образовании всё чаще используются учебные интерактивные модели для повышения эффективности осознания материала</a:t>
            </a:r>
            <a:r>
              <a:rPr lang="ru-RU" sz="2800" dirty="0" smtClean="0">
                <a:latin typeface="Comic Sans MS" panose="030F0702030302020204" pitchFamily="66" charset="0"/>
              </a:rPr>
              <a:t>.</a:t>
            </a:r>
            <a:endParaRPr lang="ru-RU" sz="2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 Создание учебной 3</a:t>
            </a:r>
            <a:r>
              <a:rPr lang="en-US" sz="2800" dirty="0">
                <a:latin typeface="Comic Sans MS" panose="030F0702030302020204" pitchFamily="66" charset="0"/>
              </a:rPr>
              <a:t>D</a:t>
            </a:r>
            <a:r>
              <a:rPr lang="ru-RU" sz="2800" dirty="0">
                <a:latin typeface="Comic Sans MS" panose="030F0702030302020204" pitchFamily="66" charset="0"/>
              </a:rPr>
              <a:t>-модели электродвигателя это хороший инструмент для обучения студентов и школьников.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884" y="384048"/>
            <a:ext cx="593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Comic Sans MS" panose="030F0702030302020204" pitchFamily="66" charset="0"/>
              </a:rPr>
              <a:t>Актуальность проекта</a:t>
            </a:r>
            <a:r>
              <a:rPr lang="en-US" sz="3600" dirty="0" smtClean="0">
                <a:latin typeface="Comic Sans MS" panose="030F0702030302020204" pitchFamily="66" charset="0"/>
              </a:rPr>
              <a:t>:</a:t>
            </a:r>
            <a:endParaRPr lang="ru-RU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6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004" y="618518"/>
            <a:ext cx="5513033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Comic Sans MS" panose="030F0702030302020204" pitchFamily="66" charset="0"/>
              </a:rPr>
              <a:t>Задачи  П</a:t>
            </a:r>
            <a:r>
              <a:rPr lang="ru-RU" dirty="0"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0211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1.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Определить целевую аудиторию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2.​​​​​​​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Определить уровень сложности модели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3. 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Обеспечить взаимодействия с моделью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​​​​​​​4. Создать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модели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5. Разработать и реализовать итоговый </a:t>
            </a:r>
            <a:r>
              <a:rPr lang="ru-RU" sz="2800" dirty="0" err="1" smtClean="0">
                <a:latin typeface="Comic Sans MS" panose="030F0702030302020204" pitchFamily="66" charset="0"/>
              </a:rPr>
              <a:t>програмный</a:t>
            </a:r>
            <a:r>
              <a:rPr lang="ru-RU" sz="2800" dirty="0" smtClean="0">
                <a:latin typeface="Comic Sans MS" panose="030F0702030302020204" pitchFamily="66" charset="0"/>
              </a:rPr>
              <a:t> продукт</a:t>
            </a:r>
            <a:endParaRPr lang="ru-RU" sz="2800" b="0" i="0" dirty="0" smtClean="0"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03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07" y="325972"/>
            <a:ext cx="7709407" cy="1923514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Этапы создания  </a:t>
            </a:r>
            <a:r>
              <a:rPr lang="ru-RU" sz="4400" dirty="0">
                <a:latin typeface="Comic Sans MS" panose="030F0702030302020204" pitchFamily="66" charset="0"/>
              </a:rPr>
              <a:t>П</a:t>
            </a:r>
            <a:r>
              <a:rPr lang="ru-RU" dirty="0"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89" y="2651823"/>
            <a:ext cx="8212900" cy="3255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1. Создание концепта</a:t>
            </a: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2.​​​​​​​ Создание 3д модели</a:t>
            </a: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3. Написание программы</a:t>
            </a:r>
          </a:p>
          <a:p>
            <a:pPr marL="0" indent="0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​​​​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813" y="335054"/>
            <a:ext cx="6263196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Создание модели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397" y="1813624"/>
            <a:ext cx="5954332" cy="4202113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Изучение строения электродвигателя</a:t>
            </a:r>
            <a:endParaRPr lang="ru-RU" dirty="0"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 smtClean="0">
                <a:latin typeface="Comic Sans MS" panose="030F0702030302020204" pitchFamily="66" charset="0"/>
              </a:rPr>
              <a:t>Создание отдельных моделей под каждую часть электродвигателя</a:t>
            </a:r>
            <a:endParaRPr lang="ru-RU" dirty="0"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 smtClean="0">
                <a:latin typeface="Comic Sans MS" panose="030F0702030302020204" pitchFamily="66" charset="0"/>
              </a:rPr>
              <a:t>Соединение всех моделей в одну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729" y="1813624"/>
            <a:ext cx="4398263" cy="42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9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386" y="316766"/>
            <a:ext cx="7644050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Comic Sans MS" panose="030F0702030302020204" pitchFamily="66" charset="0"/>
              </a:rPr>
              <a:t>Создание Программы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5336"/>
            <a:ext cx="5049075" cy="46562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b="0" i="0" dirty="0">
                <a:effectLst/>
                <a:latin typeface="Comic Sans MS" panose="030F0702030302020204" pitchFamily="66" charset="0"/>
              </a:rPr>
              <a:t>1. </a:t>
            </a:r>
            <a:r>
              <a:rPr lang="ru-RU" sz="2800" dirty="0">
                <a:latin typeface="Comic Sans MS" panose="030F0702030302020204" pitchFamily="66" charset="0"/>
              </a:rPr>
              <a:t>Создание дизайна </a:t>
            </a:r>
            <a:r>
              <a:rPr lang="ru-RU" sz="2800" dirty="0" smtClean="0">
                <a:latin typeface="Comic Sans MS" panose="030F0702030302020204" pitchFamily="66" charset="0"/>
              </a:rPr>
              <a:t>программы</a:t>
            </a:r>
            <a:endParaRPr lang="ru-RU" sz="2800" b="0" i="0" dirty="0" smtClean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2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.​​​​​​​ </a:t>
            </a:r>
            <a:r>
              <a:rPr lang="ru-RU" sz="2800" dirty="0">
                <a:latin typeface="Comic Sans MS" panose="030F0702030302020204" pitchFamily="66" charset="0"/>
              </a:rPr>
              <a:t>Нахождение </a:t>
            </a:r>
            <a:r>
              <a:rPr lang="ru-RU" sz="2800" dirty="0" smtClean="0">
                <a:latin typeface="Comic Sans MS" panose="030F0702030302020204" pitchFamily="66" charset="0"/>
              </a:rPr>
              <a:t>необходимых библиотек</a:t>
            </a:r>
            <a:endParaRPr lang="ru-RU" sz="28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3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. 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Написание интерфейса программы (</a:t>
            </a:r>
            <a:r>
              <a:rPr lang="en-US" sz="2800" b="0" i="0" dirty="0" smtClean="0">
                <a:effectLst/>
                <a:latin typeface="Comic Sans MS" panose="030F0702030302020204" pitchFamily="66" charset="0"/>
              </a:rPr>
              <a:t>UI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)</a:t>
            </a:r>
          </a:p>
          <a:p>
            <a:pPr marL="0" indent="0" algn="l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​​​​​​​4. Написание основного кода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5</a:t>
            </a:r>
            <a:r>
              <a:rPr lang="ru-RU" sz="2800" dirty="0">
                <a:latin typeface="Comic Sans MS" panose="030F0702030302020204" pitchFamily="66" charset="0"/>
              </a:rPr>
              <a:t>.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Подключение 3д модели к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программе</a:t>
            </a:r>
          </a:p>
          <a:p>
            <a:pPr marL="0" indent="0" algn="l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6. Разработка задач для проверки усвоения знаний</a:t>
            </a:r>
            <a:endParaRPr lang="ru-RU" sz="2800" b="0" i="0" dirty="0">
              <a:effectLst/>
              <a:latin typeface="Comic Sans MS" panose="030F0702030302020204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920240"/>
            <a:ext cx="5197032" cy="41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9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1A03B06-BEF2-43A3-A9AB-E4843A70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Comic Sans MS" panose="030F0702030302020204" pitchFamily="66" charset="0"/>
              </a:rPr>
              <a:t>заключение:</a:t>
            </a:r>
            <a:endParaRPr lang="ru-RU" sz="4000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CEBD85F-9EA0-4F9F-90A0-9CE478AB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8" cy="40693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создание 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учебной  модели электродвигателя – это многогранная задача, требующая сочетания инженерных знаний, навыков программирования и 3</a:t>
            </a:r>
            <a:r>
              <a:rPr lang="en-US" sz="2800" b="0" i="0" dirty="0">
                <a:effectLst/>
                <a:latin typeface="Comic Sans MS" panose="030F0702030302020204" pitchFamily="66" charset="0"/>
              </a:rPr>
              <a:t>D-</a:t>
            </a:r>
            <a:r>
              <a:rPr lang="ru-RU" sz="2800" b="0" i="0" dirty="0">
                <a:effectLst/>
                <a:latin typeface="Comic Sans MS" panose="030F0702030302020204" pitchFamily="66" charset="0"/>
              </a:rPr>
              <a:t>моделирования. Реализация этого проекта является ценным инструментом для современного образования, способствуя углубленному пониманию фундаментальных законов 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физики</a:t>
            </a:r>
            <a:r>
              <a:rPr lang="ru-RU" sz="2800" b="0" i="0" dirty="0" smtClean="0">
                <a:effectLst/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ru-RU" sz="2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dirty="0" smtClean="0">
                <a:latin typeface="Comic Sans MS" panose="030F0702030302020204" pitchFamily="66" charset="0"/>
              </a:rPr>
              <a:t>По задачам</a:t>
            </a:r>
            <a:r>
              <a:rPr lang="en-US" sz="2800" dirty="0" smtClean="0">
                <a:latin typeface="Comic Sans MS" panose="030F0702030302020204" pitchFamily="66" charset="0"/>
              </a:rPr>
              <a:t>: </a:t>
            </a:r>
            <a:r>
              <a:rPr lang="ru-RU" sz="2800" dirty="0" smtClean="0">
                <a:latin typeface="Comic Sans MS" panose="030F0702030302020204" pitchFamily="66" charset="0"/>
              </a:rPr>
              <a:t>выполнено сделано разработано поставленная цель достигнута…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0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05A6A9-6908-44F5-96BE-4E2260F9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82570"/>
            <a:ext cx="9905998" cy="166012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Comic Sans MS" panose="030F0702030302020204" pitchFamily="66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3236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{41AD7E56-4B52-406A-BEDC-856F3819B4A7}TF6d5feb1e-e145-43f1-b745-cb4b54c5ee9733a8a5b4-7ba003f5bf80</Template>
  <TotalTime>695</TotalTime>
  <Words>137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Comic Sans MS</vt:lpstr>
      <vt:lpstr>Trebuchet MS</vt:lpstr>
      <vt:lpstr>Tw Cen MT</vt:lpstr>
      <vt:lpstr>Контур</vt:lpstr>
      <vt:lpstr>Создание виртуальной учебной модели электродвигателя</vt:lpstr>
      <vt:lpstr>Цель проекта:</vt:lpstr>
      <vt:lpstr>Презентация PowerPoint</vt:lpstr>
      <vt:lpstr>Задачи  Проекта</vt:lpstr>
      <vt:lpstr>Этапы создания  Проекта</vt:lpstr>
      <vt:lpstr>Создание модели</vt:lpstr>
      <vt:lpstr>Создание Программы</vt:lpstr>
      <vt:lpstr>заключение: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учебной модели электродвигателя</dc:title>
  <dc:creator>Admin</dc:creator>
  <cp:lastModifiedBy>Владимир Зинчук</cp:lastModifiedBy>
  <cp:revision>34</cp:revision>
  <dcterms:created xsi:type="dcterms:W3CDTF">2025-12-07T13:34:12Z</dcterms:created>
  <dcterms:modified xsi:type="dcterms:W3CDTF">2025-12-17T14:14:53Z</dcterms:modified>
</cp:coreProperties>
</file>