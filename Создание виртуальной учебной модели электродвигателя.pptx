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6" r:id="rId6"/>
    <p:sldId id="265" r:id="rId7"/>
    <p:sldId id="264" r:id="rId8"/>
    <p:sldId id="267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C6682C-8FB3-4B05-9394-9F0900B034E5}">
          <p14:sldIdLst>
            <p14:sldId id="256"/>
            <p14:sldId id="257"/>
            <p14:sldId id="260"/>
            <p14:sldId id="258"/>
            <p14:sldId id="266"/>
            <p14:sldId id="265"/>
            <p14:sldId id="264"/>
            <p14:sldId id="267"/>
            <p14:sldId id="261"/>
            <p14:sldId id="262"/>
          </p14:sldIdLst>
        </p14:section>
        <p14:section name="Раздел без заголовка" id="{E8D0F60A-18A9-4E3F-9E5F-C42622CE077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30303"/>
    <a:srgbClr val="404040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000000"/>
            </a:gs>
            <a:gs pos="8000">
              <a:srgbClr val="080808"/>
            </a:gs>
            <a:gs pos="22000">
              <a:srgbClr val="0F0F0F"/>
            </a:gs>
            <a:gs pos="0">
              <a:schemeClr val="bg1">
                <a:lumMod val="85000"/>
                <a:lumOff val="15000"/>
              </a:schemeClr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18000">
              <a:srgbClr val="131313"/>
            </a:gs>
            <a:gs pos="42000">
              <a:srgbClr val="000000"/>
            </a:gs>
            <a:gs pos="13000">
              <a:srgbClr val="080808"/>
            </a:gs>
            <a:gs pos="16000">
              <a:schemeClr val="bg2">
                <a:lumMod val="60000"/>
                <a:lumOff val="40000"/>
              </a:schemeClr>
            </a:gs>
            <a:gs pos="26000">
              <a:schemeClr val="bg1">
                <a:lumMod val="85000"/>
                <a:lumOff val="1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96A5A6F-23A7-4950-817A-47C5231A8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7760" y="1193483"/>
            <a:ext cx="8270239" cy="1773237"/>
          </a:xfrm>
        </p:spPr>
        <p:txBody>
          <a:bodyPr anchor="ctr">
            <a:normAutofit/>
          </a:bodyPr>
          <a:lstStyle/>
          <a:p>
            <a:pPr algn="ctr"/>
            <a:r>
              <a:rPr lang="ru-RU" sz="4000" i="1" dirty="0">
                <a:latin typeface="Comic Sans MS" panose="030F0702030302020204" pitchFamily="66" charset="0"/>
              </a:rPr>
              <a:t>Создание виртуальной учебной модели электродвигателя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040FE809-B3AD-4CA5-ADB4-17F6D1795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1606" y="5545880"/>
            <a:ext cx="2364419" cy="1890944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У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частники проекта: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хметов </a:t>
            </a: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Р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оберт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sz="22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З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инчук </a:t>
            </a: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В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ладимир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sz="22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И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бятов </a:t>
            </a:r>
            <a:r>
              <a:rPr lang="ru-RU" sz="2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Т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имур</a:t>
            </a:r>
            <a:endParaRPr lang="ru-RU" dirty="0">
              <a:solidFill>
                <a:schemeClr val="tx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7760" y="5545879"/>
            <a:ext cx="2732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Р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уководители проекта</a:t>
            </a:r>
            <a:r>
              <a:rPr lang="en-US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:</a:t>
            </a:r>
            <a:r>
              <a:rPr lang="en-US" dirty="0" smtClean="0">
                <a:latin typeface="Comic Sans MS" panose="030F0702030302020204" pitchFamily="66" charset="0"/>
              </a:rPr>
              <a:t/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К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локов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С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ычёв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М</a:t>
            </a:r>
            <a:r>
              <a:rPr lang="ru-RU" sz="1400" cap="all" dirty="0" smtClean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en-US" sz="1400" cap="all" dirty="0" smtClean="0">
              <a:solidFill>
                <a:schemeClr val="tx1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ru-RU" sz="2000" cap="all" dirty="0" err="1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Ш</a:t>
            </a:r>
            <a:r>
              <a:rPr lang="ru-RU" sz="1400" cap="all" dirty="0" err="1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еляго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н</a:t>
            </a:r>
            <a:r>
              <a:rPr lang="ru-RU" sz="1400" cap="all" dirty="0" smtClean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Д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89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07E16CC-F503-4B66-9D99-A4EBC5AD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940" y="618518"/>
            <a:ext cx="5770485" cy="1006095"/>
          </a:xfrm>
          <a:noFill/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Comic Sans MS" panose="030F0702030302020204" pitchFamily="66" charset="0"/>
              </a:rPr>
              <a:t>Ц</a:t>
            </a:r>
            <a:r>
              <a:rPr lang="ru-RU" dirty="0">
                <a:latin typeface="Comic Sans MS" panose="030F0702030302020204" pitchFamily="66" charset="0"/>
              </a:rPr>
              <a:t>ель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dirty="0">
                <a:latin typeface="Comic Sans MS" panose="030F0702030302020204" pitchFamily="66" charset="0"/>
              </a:rPr>
              <a:t>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9EC360F-65AB-4274-ABD5-19FD1D26B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Comic Sans MS" panose="030F0702030302020204" pitchFamily="66" charset="0"/>
              </a:rPr>
              <a:t>Создание виртуальной учебной модели </a:t>
            </a:r>
            <a:r>
              <a:rPr lang="ru-RU" sz="3200" dirty="0" smtClean="0">
                <a:latin typeface="Comic Sans MS" panose="030F0702030302020204" pitchFamily="66" charset="0"/>
              </a:rPr>
              <a:t>электродвигателя для использования в учебных целях</a:t>
            </a:r>
            <a:endParaRPr lang="ru-RU" sz="3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1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5F611D9-975C-424C-B9F6-15643D16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965" y="2057401"/>
            <a:ext cx="9822293" cy="3428999"/>
          </a:xfrm>
        </p:spPr>
        <p:txBody>
          <a:bodyPr>
            <a:noAutofit/>
          </a:bodyPr>
          <a:lstStyle/>
          <a:p>
            <a:r>
              <a:rPr lang="ru-RU" sz="2800" dirty="0" smtClean="0">
                <a:latin typeface="Comic Sans MS" panose="030F0702030302020204" pitchFamily="66" charset="0"/>
              </a:rPr>
              <a:t> </a:t>
            </a:r>
            <a:r>
              <a:rPr lang="ru-RU" sz="2800" dirty="0">
                <a:latin typeface="Comic Sans MS" panose="030F0702030302020204" pitchFamily="66" charset="0"/>
              </a:rPr>
              <a:t>учебные интерактивные модели </a:t>
            </a:r>
            <a:r>
              <a:rPr lang="ru-RU" sz="2800" dirty="0" smtClean="0">
                <a:latin typeface="Comic Sans MS" panose="030F0702030302020204" pitchFamily="66" charset="0"/>
              </a:rPr>
              <a:t>повышают эффективность </a:t>
            </a:r>
            <a:r>
              <a:rPr lang="ru-RU" sz="2800" dirty="0">
                <a:latin typeface="Comic Sans MS" panose="030F0702030302020204" pitchFamily="66" charset="0"/>
              </a:rPr>
              <a:t>осознания материала</a:t>
            </a:r>
            <a:endParaRPr lang="ru-RU" sz="2800" dirty="0" smtClean="0">
              <a:latin typeface="Comic Sans MS" panose="030F0702030302020204" pitchFamily="66" charset="0"/>
            </a:endParaRPr>
          </a:p>
          <a:p>
            <a:r>
              <a:rPr lang="ru-RU" sz="2800" dirty="0" smtClean="0">
                <a:latin typeface="Comic Sans MS" panose="030F0702030302020204" pitchFamily="66" charset="0"/>
              </a:rPr>
              <a:t> Отсутствие физических моделей в школах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5884" y="384048"/>
            <a:ext cx="593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Comic Sans MS" panose="030F0702030302020204" pitchFamily="66" charset="0"/>
              </a:rPr>
              <a:t>Актуальность проекта</a:t>
            </a:r>
            <a:r>
              <a:rPr lang="en-US" sz="3600" dirty="0" smtClean="0">
                <a:latin typeface="Comic Sans MS" panose="030F0702030302020204" pitchFamily="66" charset="0"/>
              </a:rPr>
              <a:t>:</a:t>
            </a:r>
            <a:endParaRPr lang="ru-RU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06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004" y="618518"/>
            <a:ext cx="5513033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Comic Sans MS" panose="030F0702030302020204" pitchFamily="66" charset="0"/>
              </a:rPr>
              <a:t>Задачи  П</a:t>
            </a:r>
            <a:r>
              <a:rPr lang="ru-RU" dirty="0">
                <a:latin typeface="Comic Sans MS" panose="030F0702030302020204" pitchFamily="66" charset="0"/>
              </a:rPr>
              <a:t>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0211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1.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Определить целевую аудиторию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2.​​​​​​​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Определить уровень сложности модели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3. 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Обеспечить взаимодействия с моделью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​​​​​​​4. Создать модель</a:t>
            </a:r>
          </a:p>
          <a:p>
            <a:pPr marL="0" indent="0" algn="l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5. Разработать и реализовать итоговый программный продукт</a:t>
            </a:r>
            <a:endParaRPr lang="ru-RU" sz="2800" b="0" i="0" dirty="0" smtClean="0"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03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707" y="325972"/>
            <a:ext cx="7709407" cy="1923514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Comic Sans MS" panose="030F0702030302020204" pitchFamily="66" charset="0"/>
              </a:rPr>
              <a:t>Этапы создания  </a:t>
            </a:r>
            <a:r>
              <a:rPr lang="ru-RU" sz="4400" dirty="0">
                <a:latin typeface="Comic Sans MS" panose="030F0702030302020204" pitchFamily="66" charset="0"/>
              </a:rPr>
              <a:t>П</a:t>
            </a:r>
            <a:r>
              <a:rPr lang="ru-RU" dirty="0">
                <a:latin typeface="Comic Sans MS" panose="030F0702030302020204" pitchFamily="66" charset="0"/>
              </a:rPr>
              <a:t>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89" y="2651823"/>
            <a:ext cx="8212900" cy="3255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1. Создание концепта</a:t>
            </a:r>
          </a:p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2.​​​​​​​ Создание 3д модели</a:t>
            </a:r>
          </a:p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3. Написание программы</a:t>
            </a:r>
          </a:p>
          <a:p>
            <a:pPr marL="0" indent="0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​​​​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8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813" y="335054"/>
            <a:ext cx="6263196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Comic Sans MS" panose="030F0702030302020204" pitchFamily="66" charset="0"/>
              </a:rPr>
              <a:t>Создание модели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397" y="1813624"/>
            <a:ext cx="5954332" cy="4202113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Изучение строения электродвигателя</a:t>
            </a:r>
            <a:endParaRPr lang="ru-RU" dirty="0">
              <a:latin typeface="Comic Sans MS" panose="030F0702030302020204" pitchFamily="66" charset="0"/>
            </a:endParaRPr>
          </a:p>
          <a:p>
            <a:pPr marL="514350" indent="-514350" algn="l">
              <a:buAutoNum type="arabicPeriod"/>
            </a:pPr>
            <a:r>
              <a:rPr lang="ru-RU" sz="2800" dirty="0" smtClean="0">
                <a:latin typeface="Comic Sans MS" panose="030F0702030302020204" pitchFamily="66" charset="0"/>
              </a:rPr>
              <a:t>Создание отдельных моделей под каждую часть электродвигателя</a:t>
            </a:r>
            <a:endParaRPr lang="ru-RU" dirty="0">
              <a:latin typeface="Comic Sans MS" panose="030F0702030302020204" pitchFamily="66" charset="0"/>
            </a:endParaRPr>
          </a:p>
          <a:p>
            <a:pPr marL="514350" indent="-514350" algn="l">
              <a:buAutoNum type="arabicPeriod"/>
            </a:pPr>
            <a:r>
              <a:rPr lang="ru-RU" sz="2800" dirty="0" smtClean="0">
                <a:latin typeface="Comic Sans MS" panose="030F0702030302020204" pitchFamily="66" charset="0"/>
              </a:rPr>
              <a:t>Соединение всех моделей в одну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729" y="1813624"/>
            <a:ext cx="4398263" cy="42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9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386" y="316766"/>
            <a:ext cx="7644050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Comic Sans MS" panose="030F0702030302020204" pitchFamily="66" charset="0"/>
              </a:rPr>
              <a:t>Создание Программы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95336"/>
            <a:ext cx="5049075" cy="46562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1. </a:t>
            </a:r>
            <a:r>
              <a:rPr lang="ru-RU" sz="2800" dirty="0">
                <a:latin typeface="Comic Sans MS" panose="030F0702030302020204" pitchFamily="66" charset="0"/>
              </a:rPr>
              <a:t>Создание дизайна </a:t>
            </a:r>
            <a:r>
              <a:rPr lang="ru-RU" sz="2800" dirty="0" smtClean="0">
                <a:latin typeface="Comic Sans MS" panose="030F0702030302020204" pitchFamily="66" charset="0"/>
              </a:rPr>
              <a:t>программы</a:t>
            </a:r>
            <a:endParaRPr lang="ru-RU" sz="2800" b="0" i="0" dirty="0" smtClean="0">
              <a:effectLst/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2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.​​​​​​​ </a:t>
            </a:r>
            <a:r>
              <a:rPr lang="ru-RU" sz="2800" dirty="0">
                <a:latin typeface="Comic Sans MS" panose="030F0702030302020204" pitchFamily="66" charset="0"/>
              </a:rPr>
              <a:t>Нахождение </a:t>
            </a:r>
            <a:r>
              <a:rPr lang="ru-RU" sz="2800" dirty="0" smtClean="0">
                <a:latin typeface="Comic Sans MS" panose="030F0702030302020204" pitchFamily="66" charset="0"/>
              </a:rPr>
              <a:t>необходимых библиотек</a:t>
            </a:r>
            <a:endParaRPr lang="ru-RU" sz="2800" dirty="0"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3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. 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Написание интерфейса программы (</a:t>
            </a:r>
            <a:r>
              <a:rPr lang="en-US" sz="2800" b="0" i="0" dirty="0" smtClean="0">
                <a:effectLst/>
                <a:latin typeface="Comic Sans MS" panose="030F0702030302020204" pitchFamily="66" charset="0"/>
              </a:rPr>
              <a:t>UI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)</a:t>
            </a:r>
          </a:p>
          <a:p>
            <a:pPr marL="0" indent="0" algn="l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​​​​​​​4. Написание основного кода</a:t>
            </a:r>
          </a:p>
          <a:p>
            <a:pPr marL="0" indent="0" algn="l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5</a:t>
            </a:r>
            <a:r>
              <a:rPr lang="ru-RU" sz="2800" dirty="0">
                <a:latin typeface="Comic Sans MS" panose="030F0702030302020204" pitchFamily="66" charset="0"/>
              </a:rPr>
              <a:t>.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Подключение 3д модели к программе</a:t>
            </a:r>
          </a:p>
          <a:p>
            <a:pPr marL="0" indent="0" algn="l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6. Разработка задач для проверки усвоения знаний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920240"/>
            <a:ext cx="5197032" cy="41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9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21" y="1402144"/>
            <a:ext cx="8427163" cy="5455856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210" y="-76426"/>
            <a:ext cx="7644050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Comic Sans MS" panose="030F0702030302020204" pitchFamily="66" charset="0"/>
              </a:rPr>
              <a:t>Блок-схема работы программы</a:t>
            </a:r>
            <a:endParaRPr lang="ru-RU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32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1A03B06-BEF2-43A3-A9AB-E4843A70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Comic Sans MS" panose="030F0702030302020204" pitchFamily="66" charset="0"/>
              </a:rPr>
              <a:t>заключение:</a:t>
            </a:r>
            <a:endParaRPr lang="ru-RU" sz="4000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CEBD85F-9EA0-4F9F-90A0-9CE478AB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590864"/>
            <a:ext cx="9905998" cy="2456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Разработанное приложение "Интерактивная 3D-модель электродвигателя" успешно решает поставленную задачу создания современного цифрового образовательного ресурса для школьного курса физики</a:t>
            </a:r>
            <a:r>
              <a:rPr lang="ru-RU" sz="2800" dirty="0" smtClean="0">
                <a:latin typeface="Comic Sans MS" panose="030F0702030302020204" pitchFamily="66" charset="0"/>
              </a:rPr>
              <a:t>.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0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505A6A9-6908-44F5-96BE-4E2260F9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82570"/>
            <a:ext cx="9905998" cy="166012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Comic Sans MS" panose="030F0702030302020204" pitchFamily="66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13236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{41AD7E56-4B52-406A-BEDC-856F3819B4A7}TF6d5feb1e-e145-43f1-b745-cb4b54c5ee9733a8a5b4-7ba003f5bf80</Template>
  <TotalTime>740</TotalTime>
  <Words>129</Words>
  <Application>Microsoft Office PowerPoint</Application>
  <PresentationFormat>Широкоэкранный</PresentationFormat>
  <Paragraphs>39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Comic Sans MS</vt:lpstr>
      <vt:lpstr>Trebuchet MS</vt:lpstr>
      <vt:lpstr>Tw Cen MT</vt:lpstr>
      <vt:lpstr>Контур</vt:lpstr>
      <vt:lpstr>Создание виртуальной учебной модели электродвигателя</vt:lpstr>
      <vt:lpstr>Цель проекта:</vt:lpstr>
      <vt:lpstr>Презентация PowerPoint</vt:lpstr>
      <vt:lpstr>Задачи  Проекта</vt:lpstr>
      <vt:lpstr>Этапы создания  Проекта</vt:lpstr>
      <vt:lpstr>Создание модели</vt:lpstr>
      <vt:lpstr>Создание Программы</vt:lpstr>
      <vt:lpstr>Блок-схема работы программы</vt:lpstr>
      <vt:lpstr>заключение: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учебной модели электродвигателя</dc:title>
  <dc:creator>Admin</dc:creator>
  <cp:lastModifiedBy>Владимир Зинчук</cp:lastModifiedBy>
  <cp:revision>40</cp:revision>
  <dcterms:created xsi:type="dcterms:W3CDTF">2025-12-07T13:34:12Z</dcterms:created>
  <dcterms:modified xsi:type="dcterms:W3CDTF">2026-01-21T06:36:12Z</dcterms:modified>
</cp:coreProperties>
</file>